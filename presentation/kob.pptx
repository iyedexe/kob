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00" b="1" i="0">
                <a:solidFill>
                  <a:srgbClr val="FFFFFF"/>
                </a:solidFill>
                <a:latin typeface="Georgia"/>
              </a:rPr>
              <a:t>kob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E6D8EE"/>
                </a:solidFill>
                <a:latin typeface="Georgia"/>
              </a:rPr>
              <a:t>A tiny, self-discovering Parquet query server — served as Apache Arrow, fast.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B7A9C2"/>
                </a:solidFill>
                <a:latin typeface="Georgia"/>
              </a:rPr>
              <a:t>Drop Parquet in a folder → a discoverable, filterable, blazing-fast Arrow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349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6D8EE"/>
                </a:solidFill>
                <a:latin typeface="Georgia"/>
              </a:rPr>
              <a:t>Apache Arrow Flight   ·   DuckDB   ·   FastAPI / Swagger          </a:t>
            </a:r>
            <a:r>
              <a:rPr sz="1300" b="1" i="0">
                <a:solidFill>
                  <a:srgbClr val="CB9FE0"/>
                </a:solidFill>
                <a:latin typeface="Georgia"/>
              </a:rPr>
              <a:t>github.com/iyedexe/kob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Georgia"/>
              </a:rPr>
              <a:t>Serving a folder of Parquet shouldn't be hard — or slow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2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B2230"/>
                </a:solidFill>
                <a:latin typeface="Georgia"/>
              </a:rPr>
              <a:t>A producer microservice writes Parquet to a folder. You must serve it, read-only, to Python / C# / C++ / Excel clients. Every usual option is overkill or slow: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3429000" cy="17373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82296" cy="173736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32304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A warehouse / broker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Georgia"/>
              </a:rPr>
              <a:t>Heavy infrastructure in front of what is already a queryable, columnar file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286000"/>
            <a:ext cx="3429000" cy="17373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2286000"/>
            <a:ext cx="82296" cy="173736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6864" y="2432304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A hand-written API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Georgia"/>
              </a:rPr>
              <a:t>Declare a schema + catalog in code, then redeploy on every new dataset, partition or column.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286000"/>
            <a:ext cx="3429000" cy="17373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286000"/>
            <a:ext cx="82296" cy="173736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432304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A JSON / Protobuf endpoint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Georgia"/>
              </a:rPr>
              <a:t>Pays the serialization tax — Arrow's FAQ puts (de)serialization at 80–90% of compute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A1647"/>
                </a:solidFill>
                <a:latin typeface="Georgia"/>
              </a:rPr>
              <a:t>What we actually want:  </a:t>
            </a:r>
            <a:r>
              <a:rPr sz="1700" b="1" i="0">
                <a:solidFill>
                  <a:srgbClr val="6D2C8F"/>
                </a:solidFill>
                <a:latin typeface="Georgia"/>
              </a:rPr>
              <a:t>self-discovering</a:t>
            </a:r>
            <a:r>
              <a:rPr sz="1700" b="0" i="0">
                <a:solidFill>
                  <a:srgbClr val="2B2230"/>
                </a:solidFill>
                <a:latin typeface="Georgia"/>
              </a:rPr>
              <a:t> (no hardcoded schema)  ·  </a:t>
            </a:r>
            <a:r>
              <a:rPr sz="1700" b="1" i="0">
                <a:solidFill>
                  <a:srgbClr val="6D2C8F"/>
                </a:solidFill>
                <a:latin typeface="Georgia"/>
              </a:rPr>
              <a:t>minimal</a:t>
            </a:r>
            <a:r>
              <a:rPr sz="1700" b="0" i="0">
                <a:solidFill>
                  <a:srgbClr val="2B2230"/>
                </a:solidFill>
                <a:latin typeface="Georgia"/>
              </a:rPr>
              <a:t> (tiny footprint)  ·  </a:t>
            </a:r>
            <a:r>
              <a:rPr sz="1700" b="1" i="0">
                <a:solidFill>
                  <a:srgbClr val="6D2C8F"/>
                </a:solidFill>
                <a:latin typeface="Georgia"/>
              </a:rPr>
              <a:t>blazing fast</a:t>
            </a:r>
            <a:r>
              <a:rPr sz="1700" b="0" i="0">
                <a:solidFill>
                  <a:srgbClr val="2B2230"/>
                </a:solidFill>
                <a:latin typeface="Georgia"/>
              </a:rPr>
              <a:t> (no serialization tax).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Georgia"/>
              </a:rPr>
              <a:t>What kob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3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B2230"/>
                </a:solidFill>
                <a:latin typeface="Georgia"/>
              </a:rPr>
              <a:t>Point it at a directory; it discovers your datasets, tells clients what they can filter on per folder and per column, and streams results as Apache Arrow. ~750 lines of core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31720"/>
            <a:ext cx="82296" cy="164592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780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Tiny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Georgia"/>
              </a:rPr>
              <a:t>Four dependencies — DuckDB, PyArrow, FastAPI, uvicorn. No DB, no broker, no config, no schema.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3317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2331720"/>
            <a:ext cx="82296" cy="164592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4780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Self-configuring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Georgia"/>
              </a:rPr>
              <a:t>Drop new files / partitions / datasets — they appear live. Discovery reads folder names + one file's metadata; never scans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605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4160520"/>
            <a:ext cx="82296" cy="164592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3068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Fast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Georgia"/>
              </a:rPr>
              <a:t>DuckDB pushes partition/predicate/projection pruning into the scan; results stream as Arrow over Flight — nothing to deserialize.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1605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4160520"/>
            <a:ext cx="82296" cy="1645920"/>
          </a:xfrm>
          <a:prstGeom prst="round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068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Safe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Georgia"/>
              </a:rPr>
              <a:t>Read-only. Dataset names sandboxed to the root; columns/ops validated; every value a bound parameter (no SQL injection).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Georgia"/>
              </a:rPr>
              <a:t>Why Apache Arrow — the 30-second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4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760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Row vs. columnar is the whole story: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JSON &amp; Protobuf are row-oriented. The sender encodes every value field-by-field; the receiver decodes every value and rebuilds columns.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Cost scales with rows × cols — and grows super-linearly with result size.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Arrow's columnar wire layout IS its in-memory layout. Reading a result is a header parse + buffer-pointer setup — essentially nothing to deserialize.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Arrow Flight uses Protobuf only for its tiny control envelope (tickets), never for the bulk data.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82880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Format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Layout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JSON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row, text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slowest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Protobuf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row, binary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binary ≠ fast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 IPC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columnar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near-zero decode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columnar + gRPC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the default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20840" y="452628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3A1647"/>
                </a:solidFill>
                <a:latin typeface="Georgia"/>
              </a:rPr>
              <a:t>“(De)serialization can represent 80–90% of computing costs.”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8692"/>
                </a:solidFill>
                <a:latin typeface="Georgia"/>
              </a:rPr>
              <a:t>— Apache Arrow FAQ. That is exactly the cost Arrow removes.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Georgia"/>
              </a:rPr>
              <a:t>Architecture: Flight + Swagger, one command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5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One straight line, folder → Arrow stream: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core — discover (catalog), validate the query (contract), execute on DuckDB → Arrow (engine).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server — the kob entry point: Flight + a Swagger HTTP control plane, one process, one engine.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demos — Arrow-over-HTTP / JSON / Protobuf servers, only to demonstrate the alternatives.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tools — sample-data generator, reference client, benchmark.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554480"/>
          <a:ext cx="48920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874519"/>
                <a:gridCol w="1874519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Swagger HTTP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for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machines, fast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humans, discovery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port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8815 (gRPC)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8000 (/docs)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payload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Arrow, zero-decode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JSON / CSV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0" y="4069080"/>
            <a:ext cx="4892040" cy="137160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$ uv run kob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data  (fast)    Flight   grpc://…:8815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docs  (Swagger) HTTP     http://…:8000/docs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Georgia"/>
              </a:rPr>
              <a:t>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6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Arrow wins by 1–3 orders of magnitude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150–1750× faster than JSON, 5–56× faster than the best Protobuf.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Binary ≠ fast.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Protobuf is binary and still 5–56× slower — it must parse every value.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The gap grows with result size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~150× on 29k rows → ~1750× on 1.75M rows.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JSON is a bandwidth hog too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8× heavier on the wire than Arrow + zstd.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Same engine throughout.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Only the wire format changes — so the wire is the cause.</a:t>
            </a:r>
          </a:p>
        </p:txBody>
      </p:sp>
      <p:pic>
        <p:nvPicPr>
          <p:cNvPr id="8" name="Picture 7" descr="spe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120640" cy="22905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064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Speedup vs REST/JSON, 1.75M-row pull (medium dataset).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Georgia"/>
              </a:rPr>
              <a:t>Performance: same query, five wire formats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7 / 9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508760"/>
            <a:ext cx="7680960" cy="3443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0" y="1737360"/>
            <a:ext cx="23774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1.75M rows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150" b="0" i="0">
                <a:solidFill>
                  <a:srgbClr val="8A8692"/>
                </a:solidFill>
                <a:latin typeface="Georgia"/>
              </a:rPr>
              <a:t>one query, one engine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D2C8F"/>
                </a:solidFill>
                <a:latin typeface="Georgia"/>
              </a:rPr>
              <a:t>Flight  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67 ms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C71E7A"/>
                </a:solidFill>
                <a:latin typeface="Georgia"/>
              </a:rPr>
              <a:t>JSON  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117 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1">
                <a:solidFill>
                  <a:srgbClr val="3A1647"/>
                </a:solidFill>
                <a:latin typeface="Georgia"/>
              </a:rPr>
              <a:t>Same result, ~1750× apart.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A8692"/>
                </a:solidFill>
                <a:latin typeface="Georgia"/>
              </a:rPr>
              <a:t>Pushdown happens before serialization — and compounds with picking a fast wire.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59893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8A8692"/>
                </a:solidFill>
                <a:latin typeface="Georgia"/>
              </a:rPr>
              <a:t>Apple M4, localhost loopback (understates Arrow's win on a real network). Source: docs/PERFORMANCE_REPORT.md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SEE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Georgia"/>
              </a:rPr>
              <a:t>Demo: one query, every transport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8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577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A runnable notebook spins up all four transports, runs the SAME query over each, checks they return identical data, and times them.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A1647"/>
                </a:solidFill>
                <a:latin typeface="Georgia"/>
              </a:rPr>
              <a:t>●  Arrow Flight  ·  Arrow-over-HTTP  ·  REST/JSON  ·  gRPC/Protobuf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B2230"/>
                </a:solidFill>
                <a:latin typeface="Georgia"/>
              </a:rPr>
              <a:t>●  Result:  </a:t>
            </a:r>
            <a:r>
              <a:rPr sz="1400" b="1" i="0">
                <a:solidFill>
                  <a:srgbClr val="6D2C8F"/>
                </a:solidFill>
                <a:latin typeface="Georgia"/>
              </a:rPr>
              <a:t>all four return the identical 14,006 rows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 — Flight fastest by far.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230"/>
                </a:solidFill>
                <a:latin typeface="Georgia"/>
              </a:rPr>
              <a:t>●  Discovery, filtering and serialization are all kob's job — zero schema config.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74920" cy="123444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# install + launch the 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uv sync --extra 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make 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63240"/>
            <a:ext cx="5074920" cy="246888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{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"dataset": "optionmetrics",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"columns": ["date","strike","impl_vol","delta"],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"filters": [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{"column":"underlying","op":"=","value":"AAPL"},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{"column":"delta","op":"&gt;=","value":0.4}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62356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notebooks/kob_transports_demo.ipynb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54864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607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Use Arrow on the wire, default to Flight.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Not JSON (150–1750× slower, 8× heavier), not Protobuf (5–56× slower).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Self-discovering beats configured.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Point kob at a folder; new data appears live, no restart, no schema.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Minimal &amp; safe by construction.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Four deps, ~750-line core, read-only, parameterised, sandboxed.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It's the wire, not the engine.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Hold DuckDB constant and the format alone moves latency by 1750×.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5778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7A9C2"/>
                </a:solidFill>
                <a:latin typeface="Georgia"/>
              </a:rPr>
              <a:t>README.md  ·  docs/DESIGN.md  ·  docs/PERFORMANCE_REPORT.md          </a:t>
            </a:r>
            <a:r>
              <a:rPr sz="1300" b="1" i="0">
                <a:solidFill>
                  <a:srgbClr val="CB9FE0"/>
                </a:solidFill>
                <a:latin typeface="Georgia"/>
              </a:rPr>
              <a:t>github.com/iyedexe/kob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